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3166" y="4461600"/>
            <a:ext cx="14881514" cy="14881514"/>
          </a:xfrm>
          <a:custGeom>
            <a:avLst/>
            <a:gdLst/>
            <a:ahLst/>
            <a:cxnLst/>
            <a:rect r="r" b="b" t="t" l="l"/>
            <a:pathLst>
              <a:path h="14881514" w="14881514">
                <a:moveTo>
                  <a:pt x="0" y="0"/>
                </a:moveTo>
                <a:lnTo>
                  <a:pt x="14881514" y="0"/>
                </a:lnTo>
                <a:lnTo>
                  <a:pt x="14881514" y="14881514"/>
                </a:lnTo>
                <a:lnTo>
                  <a:pt x="0" y="1488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0134" y="-9514614"/>
            <a:ext cx="14881514" cy="14881514"/>
          </a:xfrm>
          <a:custGeom>
            <a:avLst/>
            <a:gdLst/>
            <a:ahLst/>
            <a:cxnLst/>
            <a:rect r="r" b="b" t="t" l="l"/>
            <a:pathLst>
              <a:path h="14881514" w="14881514">
                <a:moveTo>
                  <a:pt x="0" y="0"/>
                </a:moveTo>
                <a:lnTo>
                  <a:pt x="14881514" y="0"/>
                </a:lnTo>
                <a:lnTo>
                  <a:pt x="14881514" y="14881514"/>
                </a:lnTo>
                <a:lnTo>
                  <a:pt x="0" y="1488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837897">
            <a:off x="15449983" y="-131433"/>
            <a:ext cx="6106656" cy="6794611"/>
          </a:xfrm>
          <a:custGeom>
            <a:avLst/>
            <a:gdLst/>
            <a:ahLst/>
            <a:cxnLst/>
            <a:rect r="r" b="b" t="t" l="l"/>
            <a:pathLst>
              <a:path h="6794611" w="6106656">
                <a:moveTo>
                  <a:pt x="0" y="0"/>
                </a:moveTo>
                <a:lnTo>
                  <a:pt x="6106656" y="0"/>
                </a:lnTo>
                <a:lnTo>
                  <a:pt x="6106656" y="6794611"/>
                </a:lnTo>
                <a:lnTo>
                  <a:pt x="0" y="6794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855639">
            <a:off x="-2401054" y="4341074"/>
            <a:ext cx="5717921" cy="6362082"/>
          </a:xfrm>
          <a:custGeom>
            <a:avLst/>
            <a:gdLst/>
            <a:ahLst/>
            <a:cxnLst/>
            <a:rect r="r" b="b" t="t" l="l"/>
            <a:pathLst>
              <a:path h="6362082" w="5717921">
                <a:moveTo>
                  <a:pt x="5717921" y="6362082"/>
                </a:moveTo>
                <a:lnTo>
                  <a:pt x="0" y="6362082"/>
                </a:lnTo>
                <a:lnTo>
                  <a:pt x="0" y="0"/>
                </a:lnTo>
                <a:lnTo>
                  <a:pt x="5717921" y="0"/>
                </a:lnTo>
                <a:lnTo>
                  <a:pt x="5717921" y="636208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94012" y="-1555879"/>
            <a:ext cx="11899976" cy="11296859"/>
          </a:xfrm>
          <a:custGeom>
            <a:avLst/>
            <a:gdLst/>
            <a:ahLst/>
            <a:cxnLst/>
            <a:rect r="r" b="b" t="t" l="l"/>
            <a:pathLst>
              <a:path h="11296859" w="11899976">
                <a:moveTo>
                  <a:pt x="0" y="0"/>
                </a:moveTo>
                <a:lnTo>
                  <a:pt x="11899976" y="0"/>
                </a:lnTo>
                <a:lnTo>
                  <a:pt x="11899976" y="11296859"/>
                </a:lnTo>
                <a:lnTo>
                  <a:pt x="0" y="112968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23915" y="428825"/>
            <a:ext cx="1074620" cy="1103404"/>
          </a:xfrm>
          <a:custGeom>
            <a:avLst/>
            <a:gdLst/>
            <a:ahLst/>
            <a:cxnLst/>
            <a:rect r="r" b="b" t="t" l="l"/>
            <a:pathLst>
              <a:path h="1103404" w="1074620">
                <a:moveTo>
                  <a:pt x="0" y="0"/>
                </a:moveTo>
                <a:lnTo>
                  <a:pt x="1074620" y="0"/>
                </a:lnTo>
                <a:lnTo>
                  <a:pt x="1074620" y="1103405"/>
                </a:lnTo>
                <a:lnTo>
                  <a:pt x="0" y="11034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100605">
            <a:off x="15187233" y="4899808"/>
            <a:ext cx="1464779" cy="8229600"/>
          </a:xfrm>
          <a:custGeom>
            <a:avLst/>
            <a:gdLst/>
            <a:ahLst/>
            <a:cxnLst/>
            <a:rect r="r" b="b" t="t" l="l"/>
            <a:pathLst>
              <a:path h="8229600" w="1464779">
                <a:moveTo>
                  <a:pt x="0" y="0"/>
                </a:moveTo>
                <a:lnTo>
                  <a:pt x="1464780" y="0"/>
                </a:lnTo>
                <a:lnTo>
                  <a:pt x="14647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1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100605">
            <a:off x="296310" y="-3072566"/>
            <a:ext cx="1464779" cy="8229600"/>
          </a:xfrm>
          <a:custGeom>
            <a:avLst/>
            <a:gdLst/>
            <a:ahLst/>
            <a:cxnLst/>
            <a:rect r="r" b="b" t="t" l="l"/>
            <a:pathLst>
              <a:path h="8229600" w="1464779">
                <a:moveTo>
                  <a:pt x="0" y="0"/>
                </a:moveTo>
                <a:lnTo>
                  <a:pt x="1464780" y="0"/>
                </a:lnTo>
                <a:lnTo>
                  <a:pt x="14647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7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9294" y="428825"/>
            <a:ext cx="3219268" cy="1192322"/>
          </a:xfrm>
          <a:custGeom>
            <a:avLst/>
            <a:gdLst/>
            <a:ahLst/>
            <a:cxnLst/>
            <a:rect r="r" b="b" t="t" l="l"/>
            <a:pathLst>
              <a:path h="1192322" w="3219268">
                <a:moveTo>
                  <a:pt x="0" y="0"/>
                </a:moveTo>
                <a:lnTo>
                  <a:pt x="3219269" y="0"/>
                </a:lnTo>
                <a:lnTo>
                  <a:pt x="3219269" y="1192322"/>
                </a:lnTo>
                <a:lnTo>
                  <a:pt x="0" y="1192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71580" y="8159727"/>
            <a:ext cx="4548070" cy="85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12"/>
              </a:lnSpc>
            </a:pPr>
            <a:r>
              <a:rPr lang="en-US" b="true" sz="4937">
                <a:solidFill>
                  <a:srgbClr val="F5E1F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TEAM NAME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45615" y="6292670"/>
            <a:ext cx="3596770" cy="112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87"/>
              </a:lnSpc>
            </a:pPr>
            <a:r>
              <a:rPr lang="en-US" b="true" sz="6562">
                <a:solidFill>
                  <a:srgbClr val="F5E1F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ROUND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4640" y="5082205"/>
            <a:ext cx="4438721" cy="94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2"/>
              </a:lnSpc>
              <a:spcBef>
                <a:spcPct val="0"/>
              </a:spcBef>
            </a:pPr>
            <a:r>
              <a:rPr lang="en-US" b="true" sz="8629" i="true">
                <a:solidFill>
                  <a:srgbClr val="BD9AFE"/>
                </a:solidFill>
                <a:latin typeface="Inndam Bold"/>
                <a:ea typeface="Inndam Bold"/>
                <a:cs typeface="Inndam Bold"/>
                <a:sym typeface="Inndam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8949" y="0"/>
            <a:ext cx="24066986" cy="2200931"/>
            <a:chOff x="0" y="0"/>
            <a:chExt cx="6338630" cy="579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8630" cy="579669"/>
            </a:xfrm>
            <a:custGeom>
              <a:avLst/>
              <a:gdLst/>
              <a:ahLst/>
              <a:cxnLst/>
              <a:rect r="r" b="b" t="t" l="l"/>
              <a:pathLst>
                <a:path h="579669" w="6338630">
                  <a:moveTo>
                    <a:pt x="0" y="0"/>
                  </a:moveTo>
                  <a:lnTo>
                    <a:pt x="6338630" y="0"/>
                  </a:lnTo>
                  <a:lnTo>
                    <a:pt x="6338630" y="579669"/>
                  </a:lnTo>
                  <a:lnTo>
                    <a:pt x="0" y="579669"/>
                  </a:lnTo>
                  <a:close/>
                </a:path>
              </a:pathLst>
            </a:custGeom>
            <a:solidFill>
              <a:srgbClr val="8E0D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38630" cy="6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8869" y="476998"/>
            <a:ext cx="3121746" cy="1156202"/>
          </a:xfrm>
          <a:custGeom>
            <a:avLst/>
            <a:gdLst/>
            <a:ahLst/>
            <a:cxnLst/>
            <a:rect r="r" b="b" t="t" l="l"/>
            <a:pathLst>
              <a:path h="1156202" w="3121746">
                <a:moveTo>
                  <a:pt x="0" y="0"/>
                </a:moveTo>
                <a:lnTo>
                  <a:pt x="3121746" y="0"/>
                </a:lnTo>
                <a:lnTo>
                  <a:pt x="3121746" y="1156202"/>
                </a:lnTo>
                <a:lnTo>
                  <a:pt x="0" y="1156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8791" y="116463"/>
            <a:ext cx="2195754" cy="2084468"/>
          </a:xfrm>
          <a:custGeom>
            <a:avLst/>
            <a:gdLst/>
            <a:ahLst/>
            <a:cxnLst/>
            <a:rect r="r" b="b" t="t" l="l"/>
            <a:pathLst>
              <a:path h="2084468" w="2195754">
                <a:moveTo>
                  <a:pt x="0" y="0"/>
                </a:moveTo>
                <a:lnTo>
                  <a:pt x="2195754" y="0"/>
                </a:lnTo>
                <a:lnTo>
                  <a:pt x="2195754" y="2084468"/>
                </a:lnTo>
                <a:lnTo>
                  <a:pt x="0" y="2084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1990" y="476998"/>
            <a:ext cx="1074620" cy="1103404"/>
          </a:xfrm>
          <a:custGeom>
            <a:avLst/>
            <a:gdLst/>
            <a:ahLst/>
            <a:cxnLst/>
            <a:rect r="r" b="b" t="t" l="l"/>
            <a:pathLst>
              <a:path h="1103404" w="1074620">
                <a:moveTo>
                  <a:pt x="0" y="0"/>
                </a:moveTo>
                <a:lnTo>
                  <a:pt x="1074620" y="0"/>
                </a:lnTo>
                <a:lnTo>
                  <a:pt x="1074620" y="1103404"/>
                </a:lnTo>
                <a:lnTo>
                  <a:pt x="0" y="110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23664" y="2898290"/>
            <a:ext cx="1566950" cy="1566950"/>
          </a:xfrm>
          <a:custGeom>
            <a:avLst/>
            <a:gdLst/>
            <a:ahLst/>
            <a:cxnLst/>
            <a:rect r="r" b="b" t="t" l="l"/>
            <a:pathLst>
              <a:path h="1566950" w="1566950">
                <a:moveTo>
                  <a:pt x="0" y="0"/>
                </a:moveTo>
                <a:lnTo>
                  <a:pt x="1566951" y="0"/>
                </a:lnTo>
                <a:lnTo>
                  <a:pt x="1566951" y="1566950"/>
                </a:lnTo>
                <a:lnTo>
                  <a:pt x="0" y="1566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17602" y="505573"/>
            <a:ext cx="8193883" cy="86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</a:pPr>
            <a:r>
              <a:rPr lang="en-US" sz="5902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TEAM MEMBERS DETAILS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308791" y="2898290"/>
            <a:ext cx="1566950" cy="1566950"/>
          </a:xfrm>
          <a:custGeom>
            <a:avLst/>
            <a:gdLst/>
            <a:ahLst/>
            <a:cxnLst/>
            <a:rect r="r" b="b" t="t" l="l"/>
            <a:pathLst>
              <a:path h="1566950" w="1566950">
                <a:moveTo>
                  <a:pt x="0" y="0"/>
                </a:moveTo>
                <a:lnTo>
                  <a:pt x="1566950" y="0"/>
                </a:lnTo>
                <a:lnTo>
                  <a:pt x="1566950" y="1566950"/>
                </a:lnTo>
                <a:lnTo>
                  <a:pt x="0" y="1566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60525" y="2856071"/>
            <a:ext cx="1566950" cy="1566950"/>
          </a:xfrm>
          <a:custGeom>
            <a:avLst/>
            <a:gdLst/>
            <a:ahLst/>
            <a:cxnLst/>
            <a:rect r="r" b="b" t="t" l="l"/>
            <a:pathLst>
              <a:path h="1566950" w="1566950">
                <a:moveTo>
                  <a:pt x="0" y="0"/>
                </a:moveTo>
                <a:lnTo>
                  <a:pt x="1566950" y="0"/>
                </a:lnTo>
                <a:lnTo>
                  <a:pt x="1566950" y="1566950"/>
                </a:lnTo>
                <a:lnTo>
                  <a:pt x="0" y="1566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21577" y="5341540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Leader Name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1577" y="5991086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Leader Phone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5499" y="6642476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Leader Email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01837" y="6638357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Member 1 Email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01837" y="5987889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Member 1 Phone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01837" y="5337421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Member 1 Name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31008" y="5341540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Member 2 Name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66977" y="5992008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Member 2 Phone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66977" y="6642476"/>
            <a:ext cx="3777203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Member 2 Email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8949" y="0"/>
            <a:ext cx="24066986" cy="2200931"/>
            <a:chOff x="0" y="0"/>
            <a:chExt cx="6338630" cy="579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8630" cy="579669"/>
            </a:xfrm>
            <a:custGeom>
              <a:avLst/>
              <a:gdLst/>
              <a:ahLst/>
              <a:cxnLst/>
              <a:rect r="r" b="b" t="t" l="l"/>
              <a:pathLst>
                <a:path h="579669" w="6338630">
                  <a:moveTo>
                    <a:pt x="0" y="0"/>
                  </a:moveTo>
                  <a:lnTo>
                    <a:pt x="6338630" y="0"/>
                  </a:lnTo>
                  <a:lnTo>
                    <a:pt x="6338630" y="579669"/>
                  </a:lnTo>
                  <a:lnTo>
                    <a:pt x="0" y="579669"/>
                  </a:lnTo>
                  <a:close/>
                </a:path>
              </a:pathLst>
            </a:custGeom>
            <a:solidFill>
              <a:srgbClr val="8E0D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38630" cy="6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8869" y="476998"/>
            <a:ext cx="3121746" cy="1156202"/>
          </a:xfrm>
          <a:custGeom>
            <a:avLst/>
            <a:gdLst/>
            <a:ahLst/>
            <a:cxnLst/>
            <a:rect r="r" b="b" t="t" l="l"/>
            <a:pathLst>
              <a:path h="1156202" w="3121746">
                <a:moveTo>
                  <a:pt x="0" y="0"/>
                </a:moveTo>
                <a:lnTo>
                  <a:pt x="3121746" y="0"/>
                </a:lnTo>
                <a:lnTo>
                  <a:pt x="3121746" y="1156202"/>
                </a:lnTo>
                <a:lnTo>
                  <a:pt x="0" y="1156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8791" y="116463"/>
            <a:ext cx="2195754" cy="2084468"/>
          </a:xfrm>
          <a:custGeom>
            <a:avLst/>
            <a:gdLst/>
            <a:ahLst/>
            <a:cxnLst/>
            <a:rect r="r" b="b" t="t" l="l"/>
            <a:pathLst>
              <a:path h="2084468" w="2195754">
                <a:moveTo>
                  <a:pt x="0" y="0"/>
                </a:moveTo>
                <a:lnTo>
                  <a:pt x="2195754" y="0"/>
                </a:lnTo>
                <a:lnTo>
                  <a:pt x="2195754" y="2084468"/>
                </a:lnTo>
                <a:lnTo>
                  <a:pt x="0" y="2084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1990" y="476998"/>
            <a:ext cx="1074620" cy="1103404"/>
          </a:xfrm>
          <a:custGeom>
            <a:avLst/>
            <a:gdLst/>
            <a:ahLst/>
            <a:cxnLst/>
            <a:rect r="r" b="b" t="t" l="l"/>
            <a:pathLst>
              <a:path h="1103404" w="1074620">
                <a:moveTo>
                  <a:pt x="0" y="0"/>
                </a:moveTo>
                <a:lnTo>
                  <a:pt x="1074620" y="0"/>
                </a:lnTo>
                <a:lnTo>
                  <a:pt x="1074620" y="1103404"/>
                </a:lnTo>
                <a:lnTo>
                  <a:pt x="0" y="110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90119" y="682665"/>
            <a:ext cx="10107761" cy="86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</a:pPr>
            <a:r>
              <a:rPr lang="en-US" sz="5902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IDEA /APPROACH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324557"/>
            <a:ext cx="3733668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TEAM NAME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8949" y="0"/>
            <a:ext cx="24066986" cy="2200931"/>
            <a:chOff x="0" y="0"/>
            <a:chExt cx="6338630" cy="579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8630" cy="579669"/>
            </a:xfrm>
            <a:custGeom>
              <a:avLst/>
              <a:gdLst/>
              <a:ahLst/>
              <a:cxnLst/>
              <a:rect r="r" b="b" t="t" l="l"/>
              <a:pathLst>
                <a:path h="579669" w="6338630">
                  <a:moveTo>
                    <a:pt x="0" y="0"/>
                  </a:moveTo>
                  <a:lnTo>
                    <a:pt x="6338630" y="0"/>
                  </a:lnTo>
                  <a:lnTo>
                    <a:pt x="6338630" y="579669"/>
                  </a:lnTo>
                  <a:lnTo>
                    <a:pt x="0" y="579669"/>
                  </a:lnTo>
                  <a:close/>
                </a:path>
              </a:pathLst>
            </a:custGeom>
            <a:solidFill>
              <a:srgbClr val="8E0D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38630" cy="6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8869" y="476998"/>
            <a:ext cx="3121746" cy="1156202"/>
          </a:xfrm>
          <a:custGeom>
            <a:avLst/>
            <a:gdLst/>
            <a:ahLst/>
            <a:cxnLst/>
            <a:rect r="r" b="b" t="t" l="l"/>
            <a:pathLst>
              <a:path h="1156202" w="3121746">
                <a:moveTo>
                  <a:pt x="0" y="0"/>
                </a:moveTo>
                <a:lnTo>
                  <a:pt x="3121746" y="0"/>
                </a:lnTo>
                <a:lnTo>
                  <a:pt x="3121746" y="1156202"/>
                </a:lnTo>
                <a:lnTo>
                  <a:pt x="0" y="1156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8791" y="116463"/>
            <a:ext cx="2195754" cy="2084468"/>
          </a:xfrm>
          <a:custGeom>
            <a:avLst/>
            <a:gdLst/>
            <a:ahLst/>
            <a:cxnLst/>
            <a:rect r="r" b="b" t="t" l="l"/>
            <a:pathLst>
              <a:path h="2084468" w="2195754">
                <a:moveTo>
                  <a:pt x="0" y="0"/>
                </a:moveTo>
                <a:lnTo>
                  <a:pt x="2195754" y="0"/>
                </a:lnTo>
                <a:lnTo>
                  <a:pt x="2195754" y="2084468"/>
                </a:lnTo>
                <a:lnTo>
                  <a:pt x="0" y="2084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1990" y="476998"/>
            <a:ext cx="1074620" cy="1103404"/>
          </a:xfrm>
          <a:custGeom>
            <a:avLst/>
            <a:gdLst/>
            <a:ahLst/>
            <a:cxnLst/>
            <a:rect r="r" b="b" t="t" l="l"/>
            <a:pathLst>
              <a:path h="1103404" w="1074620">
                <a:moveTo>
                  <a:pt x="0" y="0"/>
                </a:moveTo>
                <a:lnTo>
                  <a:pt x="1074620" y="0"/>
                </a:lnTo>
                <a:lnTo>
                  <a:pt x="1074620" y="1103404"/>
                </a:lnTo>
                <a:lnTo>
                  <a:pt x="0" y="110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81954" y="682665"/>
            <a:ext cx="10107761" cy="86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</a:pPr>
            <a:r>
              <a:rPr lang="en-US" sz="5902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946" y="2312147"/>
            <a:ext cx="3733668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TEAM NAME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8949" y="0"/>
            <a:ext cx="24066986" cy="2200931"/>
            <a:chOff x="0" y="0"/>
            <a:chExt cx="6338630" cy="579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8630" cy="579669"/>
            </a:xfrm>
            <a:custGeom>
              <a:avLst/>
              <a:gdLst/>
              <a:ahLst/>
              <a:cxnLst/>
              <a:rect r="r" b="b" t="t" l="l"/>
              <a:pathLst>
                <a:path h="579669" w="6338630">
                  <a:moveTo>
                    <a:pt x="0" y="0"/>
                  </a:moveTo>
                  <a:lnTo>
                    <a:pt x="6338630" y="0"/>
                  </a:lnTo>
                  <a:lnTo>
                    <a:pt x="6338630" y="579669"/>
                  </a:lnTo>
                  <a:lnTo>
                    <a:pt x="0" y="579669"/>
                  </a:lnTo>
                  <a:close/>
                </a:path>
              </a:pathLst>
            </a:custGeom>
            <a:solidFill>
              <a:srgbClr val="8E0D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38630" cy="6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8869" y="476998"/>
            <a:ext cx="3121746" cy="1156202"/>
          </a:xfrm>
          <a:custGeom>
            <a:avLst/>
            <a:gdLst/>
            <a:ahLst/>
            <a:cxnLst/>
            <a:rect r="r" b="b" t="t" l="l"/>
            <a:pathLst>
              <a:path h="1156202" w="3121746">
                <a:moveTo>
                  <a:pt x="0" y="0"/>
                </a:moveTo>
                <a:lnTo>
                  <a:pt x="3121746" y="0"/>
                </a:lnTo>
                <a:lnTo>
                  <a:pt x="3121746" y="1156202"/>
                </a:lnTo>
                <a:lnTo>
                  <a:pt x="0" y="1156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8791" y="116463"/>
            <a:ext cx="2195754" cy="2084468"/>
          </a:xfrm>
          <a:custGeom>
            <a:avLst/>
            <a:gdLst/>
            <a:ahLst/>
            <a:cxnLst/>
            <a:rect r="r" b="b" t="t" l="l"/>
            <a:pathLst>
              <a:path h="2084468" w="2195754">
                <a:moveTo>
                  <a:pt x="0" y="0"/>
                </a:moveTo>
                <a:lnTo>
                  <a:pt x="2195754" y="0"/>
                </a:lnTo>
                <a:lnTo>
                  <a:pt x="2195754" y="2084468"/>
                </a:lnTo>
                <a:lnTo>
                  <a:pt x="0" y="2084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1990" y="476998"/>
            <a:ext cx="1074620" cy="1103404"/>
          </a:xfrm>
          <a:custGeom>
            <a:avLst/>
            <a:gdLst/>
            <a:ahLst/>
            <a:cxnLst/>
            <a:rect r="r" b="b" t="t" l="l"/>
            <a:pathLst>
              <a:path h="1103404" w="1074620">
                <a:moveTo>
                  <a:pt x="0" y="0"/>
                </a:moveTo>
                <a:lnTo>
                  <a:pt x="1074620" y="0"/>
                </a:lnTo>
                <a:lnTo>
                  <a:pt x="1074620" y="1103404"/>
                </a:lnTo>
                <a:lnTo>
                  <a:pt x="0" y="110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81954" y="682665"/>
            <a:ext cx="10107761" cy="86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</a:pPr>
            <a:r>
              <a:rPr lang="en-US" sz="5902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SOLUTION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946" y="2398981"/>
            <a:ext cx="3733668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TEAM NAME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8949" y="0"/>
            <a:ext cx="24066986" cy="2200931"/>
            <a:chOff x="0" y="0"/>
            <a:chExt cx="6338630" cy="579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8630" cy="579669"/>
            </a:xfrm>
            <a:custGeom>
              <a:avLst/>
              <a:gdLst/>
              <a:ahLst/>
              <a:cxnLst/>
              <a:rect r="r" b="b" t="t" l="l"/>
              <a:pathLst>
                <a:path h="579669" w="6338630">
                  <a:moveTo>
                    <a:pt x="0" y="0"/>
                  </a:moveTo>
                  <a:lnTo>
                    <a:pt x="6338630" y="0"/>
                  </a:lnTo>
                  <a:lnTo>
                    <a:pt x="6338630" y="579669"/>
                  </a:lnTo>
                  <a:lnTo>
                    <a:pt x="0" y="579669"/>
                  </a:lnTo>
                  <a:close/>
                </a:path>
              </a:pathLst>
            </a:custGeom>
            <a:solidFill>
              <a:srgbClr val="8E0D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38630" cy="6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8869" y="476998"/>
            <a:ext cx="3121746" cy="1156202"/>
          </a:xfrm>
          <a:custGeom>
            <a:avLst/>
            <a:gdLst/>
            <a:ahLst/>
            <a:cxnLst/>
            <a:rect r="r" b="b" t="t" l="l"/>
            <a:pathLst>
              <a:path h="1156202" w="3121746">
                <a:moveTo>
                  <a:pt x="0" y="0"/>
                </a:moveTo>
                <a:lnTo>
                  <a:pt x="3121746" y="0"/>
                </a:lnTo>
                <a:lnTo>
                  <a:pt x="3121746" y="1156202"/>
                </a:lnTo>
                <a:lnTo>
                  <a:pt x="0" y="1156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8791" y="116463"/>
            <a:ext cx="2195754" cy="2084468"/>
          </a:xfrm>
          <a:custGeom>
            <a:avLst/>
            <a:gdLst/>
            <a:ahLst/>
            <a:cxnLst/>
            <a:rect r="r" b="b" t="t" l="l"/>
            <a:pathLst>
              <a:path h="2084468" w="2195754">
                <a:moveTo>
                  <a:pt x="0" y="0"/>
                </a:moveTo>
                <a:lnTo>
                  <a:pt x="2195754" y="0"/>
                </a:lnTo>
                <a:lnTo>
                  <a:pt x="2195754" y="2084468"/>
                </a:lnTo>
                <a:lnTo>
                  <a:pt x="0" y="2084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1990" y="476998"/>
            <a:ext cx="1074620" cy="1103404"/>
          </a:xfrm>
          <a:custGeom>
            <a:avLst/>
            <a:gdLst/>
            <a:ahLst/>
            <a:cxnLst/>
            <a:rect r="r" b="b" t="t" l="l"/>
            <a:pathLst>
              <a:path h="1103404" w="1074620">
                <a:moveTo>
                  <a:pt x="0" y="0"/>
                </a:moveTo>
                <a:lnTo>
                  <a:pt x="1074620" y="0"/>
                </a:lnTo>
                <a:lnTo>
                  <a:pt x="1074620" y="1103404"/>
                </a:lnTo>
                <a:lnTo>
                  <a:pt x="0" y="110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81954" y="682665"/>
            <a:ext cx="10107761" cy="86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</a:pPr>
            <a:r>
              <a:rPr lang="en-US" sz="5902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IMPLEMENTATION AND PLAN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946" y="2390122"/>
            <a:ext cx="3733668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TEAM NAME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8949" y="0"/>
            <a:ext cx="24066986" cy="2200931"/>
            <a:chOff x="0" y="0"/>
            <a:chExt cx="6338630" cy="579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8630" cy="579669"/>
            </a:xfrm>
            <a:custGeom>
              <a:avLst/>
              <a:gdLst/>
              <a:ahLst/>
              <a:cxnLst/>
              <a:rect r="r" b="b" t="t" l="l"/>
              <a:pathLst>
                <a:path h="579669" w="6338630">
                  <a:moveTo>
                    <a:pt x="0" y="0"/>
                  </a:moveTo>
                  <a:lnTo>
                    <a:pt x="6338630" y="0"/>
                  </a:lnTo>
                  <a:lnTo>
                    <a:pt x="6338630" y="579669"/>
                  </a:lnTo>
                  <a:lnTo>
                    <a:pt x="0" y="579669"/>
                  </a:lnTo>
                  <a:close/>
                </a:path>
              </a:pathLst>
            </a:custGeom>
            <a:solidFill>
              <a:srgbClr val="8E0D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38630" cy="6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8869" y="476998"/>
            <a:ext cx="3121746" cy="1156202"/>
          </a:xfrm>
          <a:custGeom>
            <a:avLst/>
            <a:gdLst/>
            <a:ahLst/>
            <a:cxnLst/>
            <a:rect r="r" b="b" t="t" l="l"/>
            <a:pathLst>
              <a:path h="1156202" w="3121746">
                <a:moveTo>
                  <a:pt x="0" y="0"/>
                </a:moveTo>
                <a:lnTo>
                  <a:pt x="3121746" y="0"/>
                </a:lnTo>
                <a:lnTo>
                  <a:pt x="3121746" y="1156202"/>
                </a:lnTo>
                <a:lnTo>
                  <a:pt x="0" y="1156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8791" y="116463"/>
            <a:ext cx="2195754" cy="2084468"/>
          </a:xfrm>
          <a:custGeom>
            <a:avLst/>
            <a:gdLst/>
            <a:ahLst/>
            <a:cxnLst/>
            <a:rect r="r" b="b" t="t" l="l"/>
            <a:pathLst>
              <a:path h="2084468" w="2195754">
                <a:moveTo>
                  <a:pt x="0" y="0"/>
                </a:moveTo>
                <a:lnTo>
                  <a:pt x="2195754" y="0"/>
                </a:lnTo>
                <a:lnTo>
                  <a:pt x="2195754" y="2084468"/>
                </a:lnTo>
                <a:lnTo>
                  <a:pt x="0" y="2084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1990" y="476998"/>
            <a:ext cx="1074620" cy="1103404"/>
          </a:xfrm>
          <a:custGeom>
            <a:avLst/>
            <a:gdLst/>
            <a:ahLst/>
            <a:cxnLst/>
            <a:rect r="r" b="b" t="t" l="l"/>
            <a:pathLst>
              <a:path h="1103404" w="1074620">
                <a:moveTo>
                  <a:pt x="0" y="0"/>
                </a:moveTo>
                <a:lnTo>
                  <a:pt x="1074620" y="0"/>
                </a:lnTo>
                <a:lnTo>
                  <a:pt x="1074620" y="1103404"/>
                </a:lnTo>
                <a:lnTo>
                  <a:pt x="0" y="110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81954" y="682665"/>
            <a:ext cx="10107761" cy="86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</a:pPr>
            <a:r>
              <a:rPr lang="en-US" sz="5902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TECHNICAL APPROACH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405187"/>
            <a:ext cx="3733668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TEAM NAME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8949" y="0"/>
            <a:ext cx="24066986" cy="2200931"/>
            <a:chOff x="0" y="0"/>
            <a:chExt cx="6338630" cy="579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8630" cy="579669"/>
            </a:xfrm>
            <a:custGeom>
              <a:avLst/>
              <a:gdLst/>
              <a:ahLst/>
              <a:cxnLst/>
              <a:rect r="r" b="b" t="t" l="l"/>
              <a:pathLst>
                <a:path h="579669" w="6338630">
                  <a:moveTo>
                    <a:pt x="0" y="0"/>
                  </a:moveTo>
                  <a:lnTo>
                    <a:pt x="6338630" y="0"/>
                  </a:lnTo>
                  <a:lnTo>
                    <a:pt x="6338630" y="579669"/>
                  </a:lnTo>
                  <a:lnTo>
                    <a:pt x="0" y="579669"/>
                  </a:lnTo>
                  <a:close/>
                </a:path>
              </a:pathLst>
            </a:custGeom>
            <a:solidFill>
              <a:srgbClr val="8E0D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38630" cy="6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8869" y="476998"/>
            <a:ext cx="3094011" cy="1145930"/>
          </a:xfrm>
          <a:custGeom>
            <a:avLst/>
            <a:gdLst/>
            <a:ahLst/>
            <a:cxnLst/>
            <a:rect r="r" b="b" t="t" l="l"/>
            <a:pathLst>
              <a:path h="1145930" w="3094011">
                <a:moveTo>
                  <a:pt x="0" y="0"/>
                </a:moveTo>
                <a:lnTo>
                  <a:pt x="3094010" y="0"/>
                </a:lnTo>
                <a:lnTo>
                  <a:pt x="3094010" y="1145930"/>
                </a:lnTo>
                <a:lnTo>
                  <a:pt x="0" y="1145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8791" y="116463"/>
            <a:ext cx="2195754" cy="2084468"/>
          </a:xfrm>
          <a:custGeom>
            <a:avLst/>
            <a:gdLst/>
            <a:ahLst/>
            <a:cxnLst/>
            <a:rect r="r" b="b" t="t" l="l"/>
            <a:pathLst>
              <a:path h="2084468" w="2195754">
                <a:moveTo>
                  <a:pt x="0" y="0"/>
                </a:moveTo>
                <a:lnTo>
                  <a:pt x="2195754" y="0"/>
                </a:lnTo>
                <a:lnTo>
                  <a:pt x="2195754" y="2084468"/>
                </a:lnTo>
                <a:lnTo>
                  <a:pt x="0" y="2084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1990" y="476998"/>
            <a:ext cx="1074620" cy="1103404"/>
          </a:xfrm>
          <a:custGeom>
            <a:avLst/>
            <a:gdLst/>
            <a:ahLst/>
            <a:cxnLst/>
            <a:rect r="r" b="b" t="t" l="l"/>
            <a:pathLst>
              <a:path h="1103404" w="1074620">
                <a:moveTo>
                  <a:pt x="0" y="0"/>
                </a:moveTo>
                <a:lnTo>
                  <a:pt x="1074620" y="0"/>
                </a:lnTo>
                <a:lnTo>
                  <a:pt x="1074620" y="1103404"/>
                </a:lnTo>
                <a:lnTo>
                  <a:pt x="0" y="110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81954" y="682665"/>
            <a:ext cx="10107761" cy="86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7"/>
              </a:lnSpc>
            </a:pPr>
            <a:r>
              <a:rPr lang="en-US" sz="5902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CHALLENGES AND FUTURE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211" y="2390122"/>
            <a:ext cx="3733668" cy="42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TEAM NAME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